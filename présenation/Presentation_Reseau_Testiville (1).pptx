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  <p:sldId id="270" r:id="rId17"/>
    <p:sldId id="271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6CAD24-32C3-49FA-B592-7E55205E2A5A}" v="208" dt="2026-10-05T11:09:32.4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lyass Chelli" userId="57aca843-3edc-45ce-b629-2616236eaf55" providerId="ADAL" clId="{1D1B4D5B-C5BE-4FB6-B80D-A584E3625ED7}"/>
    <pc:docChg chg="custSel addSld modSld modMainMaster">
      <pc:chgData name="Ilyass Chelli" userId="57aca843-3edc-45ce-b629-2616236eaf55" providerId="ADAL" clId="{1D1B4D5B-C5BE-4FB6-B80D-A584E3625ED7}" dt="2026-10-05T11:09:32.415" v="223" actId="20577"/>
      <pc:docMkLst>
        <pc:docMk/>
      </pc:docMkLst>
      <pc:sldChg chg="modTransition">
        <pc:chgData name="Ilyass Chelli" userId="57aca843-3edc-45ce-b629-2616236eaf55" providerId="ADAL" clId="{1D1B4D5B-C5BE-4FB6-B80D-A584E3625ED7}" dt="2026-10-05T10:24:18.499" v="1"/>
        <pc:sldMkLst>
          <pc:docMk/>
          <pc:sldMk cId="0" sldId="256"/>
        </pc:sldMkLst>
      </pc:sldChg>
      <pc:sldChg chg="modTransition">
        <pc:chgData name="Ilyass Chelli" userId="57aca843-3edc-45ce-b629-2616236eaf55" providerId="ADAL" clId="{1D1B4D5B-C5BE-4FB6-B80D-A584E3625ED7}" dt="2026-10-05T10:24:18.499" v="1"/>
        <pc:sldMkLst>
          <pc:docMk/>
          <pc:sldMk cId="0" sldId="257"/>
        </pc:sldMkLst>
      </pc:sldChg>
      <pc:sldChg chg="modSp mod modTransition">
        <pc:chgData name="Ilyass Chelli" userId="57aca843-3edc-45ce-b629-2616236eaf55" providerId="ADAL" clId="{1D1B4D5B-C5BE-4FB6-B80D-A584E3625ED7}" dt="2026-10-05T10:27:21.027" v="6" actId="20577"/>
        <pc:sldMkLst>
          <pc:docMk/>
          <pc:sldMk cId="0" sldId="258"/>
        </pc:sldMkLst>
        <pc:spChg chg="mod">
          <ac:chgData name="Ilyass Chelli" userId="57aca843-3edc-45ce-b629-2616236eaf55" providerId="ADAL" clId="{1D1B4D5B-C5BE-4FB6-B80D-A584E3625ED7}" dt="2026-10-05T10:27:21.027" v="6" actId="20577"/>
          <ac:spMkLst>
            <pc:docMk/>
            <pc:sldMk cId="0" sldId="258"/>
            <ac:spMk id="7" creationId="{00000000-0000-0000-0000-000000000000}"/>
          </ac:spMkLst>
        </pc:spChg>
      </pc:sldChg>
      <pc:sldChg chg="modTransition">
        <pc:chgData name="Ilyass Chelli" userId="57aca843-3edc-45ce-b629-2616236eaf55" providerId="ADAL" clId="{1D1B4D5B-C5BE-4FB6-B80D-A584E3625ED7}" dt="2026-10-05T10:24:18.499" v="1"/>
        <pc:sldMkLst>
          <pc:docMk/>
          <pc:sldMk cId="0" sldId="259"/>
        </pc:sldMkLst>
      </pc:sldChg>
      <pc:sldChg chg="modTransition">
        <pc:chgData name="Ilyass Chelli" userId="57aca843-3edc-45ce-b629-2616236eaf55" providerId="ADAL" clId="{1D1B4D5B-C5BE-4FB6-B80D-A584E3625ED7}" dt="2026-10-05T10:24:18.499" v="1"/>
        <pc:sldMkLst>
          <pc:docMk/>
          <pc:sldMk cId="0" sldId="260"/>
        </pc:sldMkLst>
      </pc:sldChg>
      <pc:sldChg chg="modTransition">
        <pc:chgData name="Ilyass Chelli" userId="57aca843-3edc-45ce-b629-2616236eaf55" providerId="ADAL" clId="{1D1B4D5B-C5BE-4FB6-B80D-A584E3625ED7}" dt="2026-10-05T10:24:18.499" v="1"/>
        <pc:sldMkLst>
          <pc:docMk/>
          <pc:sldMk cId="0" sldId="261"/>
        </pc:sldMkLst>
      </pc:sldChg>
      <pc:sldChg chg="modSp mod modTransition">
        <pc:chgData name="Ilyass Chelli" userId="57aca843-3edc-45ce-b629-2616236eaf55" providerId="ADAL" clId="{1D1B4D5B-C5BE-4FB6-B80D-A584E3625ED7}" dt="2026-10-05T10:30:24.128" v="17"/>
        <pc:sldMkLst>
          <pc:docMk/>
          <pc:sldMk cId="0" sldId="262"/>
        </pc:sldMkLst>
        <pc:graphicFrameChg chg="mod modGraphic">
          <ac:chgData name="Ilyass Chelli" userId="57aca843-3edc-45ce-b629-2616236eaf55" providerId="ADAL" clId="{1D1B4D5B-C5BE-4FB6-B80D-A584E3625ED7}" dt="2026-10-05T10:30:24.128" v="17"/>
          <ac:graphicFrameMkLst>
            <pc:docMk/>
            <pc:sldMk cId="0" sldId="262"/>
            <ac:graphicFrameMk id="8" creationId="{00000000-0000-0000-0000-000000000000}"/>
          </ac:graphicFrameMkLst>
        </pc:graphicFrameChg>
      </pc:sldChg>
      <pc:sldChg chg="modTransition">
        <pc:chgData name="Ilyass Chelli" userId="57aca843-3edc-45ce-b629-2616236eaf55" providerId="ADAL" clId="{1D1B4D5B-C5BE-4FB6-B80D-A584E3625ED7}" dt="2026-10-05T10:24:18.499" v="1"/>
        <pc:sldMkLst>
          <pc:docMk/>
          <pc:sldMk cId="0" sldId="263"/>
        </pc:sldMkLst>
      </pc:sldChg>
      <pc:sldChg chg="modTransition">
        <pc:chgData name="Ilyass Chelli" userId="57aca843-3edc-45ce-b629-2616236eaf55" providerId="ADAL" clId="{1D1B4D5B-C5BE-4FB6-B80D-A584E3625ED7}" dt="2026-10-05T10:24:18.499" v="1"/>
        <pc:sldMkLst>
          <pc:docMk/>
          <pc:sldMk cId="0" sldId="264"/>
        </pc:sldMkLst>
      </pc:sldChg>
      <pc:sldChg chg="modTransition">
        <pc:chgData name="Ilyass Chelli" userId="57aca843-3edc-45ce-b629-2616236eaf55" providerId="ADAL" clId="{1D1B4D5B-C5BE-4FB6-B80D-A584E3625ED7}" dt="2026-10-05T10:24:18.499" v="1"/>
        <pc:sldMkLst>
          <pc:docMk/>
          <pc:sldMk cId="0" sldId="265"/>
        </pc:sldMkLst>
      </pc:sldChg>
      <pc:sldChg chg="modTransition">
        <pc:chgData name="Ilyass Chelli" userId="57aca843-3edc-45ce-b629-2616236eaf55" providerId="ADAL" clId="{1D1B4D5B-C5BE-4FB6-B80D-A584E3625ED7}" dt="2026-10-05T10:24:18.499" v="1"/>
        <pc:sldMkLst>
          <pc:docMk/>
          <pc:sldMk cId="0" sldId="266"/>
        </pc:sldMkLst>
      </pc:sldChg>
      <pc:sldChg chg="modTransition">
        <pc:chgData name="Ilyass Chelli" userId="57aca843-3edc-45ce-b629-2616236eaf55" providerId="ADAL" clId="{1D1B4D5B-C5BE-4FB6-B80D-A584E3625ED7}" dt="2026-10-05T10:24:18.499" v="1"/>
        <pc:sldMkLst>
          <pc:docMk/>
          <pc:sldMk cId="0" sldId="267"/>
        </pc:sldMkLst>
      </pc:sldChg>
      <pc:sldChg chg="modTransition">
        <pc:chgData name="Ilyass Chelli" userId="57aca843-3edc-45ce-b629-2616236eaf55" providerId="ADAL" clId="{1D1B4D5B-C5BE-4FB6-B80D-A584E3625ED7}" dt="2026-10-05T10:24:18.499" v="1"/>
        <pc:sldMkLst>
          <pc:docMk/>
          <pc:sldMk cId="0" sldId="268"/>
        </pc:sldMkLst>
      </pc:sldChg>
      <pc:sldChg chg="modTransition">
        <pc:chgData name="Ilyass Chelli" userId="57aca843-3edc-45ce-b629-2616236eaf55" providerId="ADAL" clId="{1D1B4D5B-C5BE-4FB6-B80D-A584E3625ED7}" dt="2026-10-05T10:24:18.499" v="1"/>
        <pc:sldMkLst>
          <pc:docMk/>
          <pc:sldMk cId="0" sldId="269"/>
        </pc:sldMkLst>
      </pc:sldChg>
      <pc:sldChg chg="modTransition">
        <pc:chgData name="Ilyass Chelli" userId="57aca843-3edc-45ce-b629-2616236eaf55" providerId="ADAL" clId="{1D1B4D5B-C5BE-4FB6-B80D-A584E3625ED7}" dt="2026-10-05T10:24:18.499" v="1"/>
        <pc:sldMkLst>
          <pc:docMk/>
          <pc:sldMk cId="0" sldId="270"/>
        </pc:sldMkLst>
      </pc:sldChg>
      <pc:sldChg chg="modTransition">
        <pc:chgData name="Ilyass Chelli" userId="57aca843-3edc-45ce-b629-2616236eaf55" providerId="ADAL" clId="{1D1B4D5B-C5BE-4FB6-B80D-A584E3625ED7}" dt="2026-10-05T10:24:18.499" v="1"/>
        <pc:sldMkLst>
          <pc:docMk/>
          <pc:sldMk cId="0" sldId="271"/>
        </pc:sldMkLst>
      </pc:sldChg>
      <pc:sldChg chg="addSp delSp modSp add mod setBg">
        <pc:chgData name="Ilyass Chelli" userId="57aca843-3edc-45ce-b629-2616236eaf55" providerId="ADAL" clId="{1D1B4D5B-C5BE-4FB6-B80D-A584E3625ED7}" dt="2026-10-05T11:09:32.415" v="223" actId="20577"/>
        <pc:sldMkLst>
          <pc:docMk/>
          <pc:sldMk cId="1686808399" sldId="272"/>
        </pc:sldMkLst>
        <pc:spChg chg="mod">
          <ac:chgData name="Ilyass Chelli" userId="57aca843-3edc-45ce-b629-2616236eaf55" providerId="ADAL" clId="{1D1B4D5B-C5BE-4FB6-B80D-A584E3625ED7}" dt="2026-10-05T11:09:32.415" v="223" actId="20577"/>
          <ac:spMkLst>
            <pc:docMk/>
            <pc:sldMk cId="1686808399" sldId="272"/>
            <ac:spMk id="4" creationId="{73A30A86-9793-1729-A2E8-6D52C64DC739}"/>
          </ac:spMkLst>
        </pc:spChg>
        <pc:spChg chg="add del mod">
          <ac:chgData name="Ilyass Chelli" userId="57aca843-3edc-45ce-b629-2616236eaf55" providerId="ADAL" clId="{1D1B4D5B-C5BE-4FB6-B80D-A584E3625ED7}" dt="2026-10-05T11:08:23.968" v="126"/>
          <ac:spMkLst>
            <pc:docMk/>
            <pc:sldMk cId="1686808399" sldId="272"/>
            <ac:spMk id="5" creationId="{9FB1A089-57DE-CEA7-4DC3-F6B5E11A9F7A}"/>
          </ac:spMkLst>
        </pc:spChg>
        <pc:spChg chg="del">
          <ac:chgData name="Ilyass Chelli" userId="57aca843-3edc-45ce-b629-2616236eaf55" providerId="ADAL" clId="{1D1B4D5B-C5BE-4FB6-B80D-A584E3625ED7}" dt="2026-10-05T10:59:21.161" v="120" actId="478"/>
          <ac:spMkLst>
            <pc:docMk/>
            <pc:sldMk cId="1686808399" sldId="272"/>
            <ac:spMk id="6" creationId="{5833BCC0-F75F-99C2-8FAD-87CF48E82817}"/>
          </ac:spMkLst>
        </pc:spChg>
        <pc:spChg chg="del">
          <ac:chgData name="Ilyass Chelli" userId="57aca843-3edc-45ce-b629-2616236eaf55" providerId="ADAL" clId="{1D1B4D5B-C5BE-4FB6-B80D-A584E3625ED7}" dt="2026-10-05T10:59:15.400" v="118" actId="478"/>
          <ac:spMkLst>
            <pc:docMk/>
            <pc:sldMk cId="1686808399" sldId="272"/>
            <ac:spMk id="7" creationId="{9C296A56-C51E-69AA-3D1C-7E1E2BB1EF54}"/>
          </ac:spMkLst>
        </pc:spChg>
        <pc:spChg chg="mod">
          <ac:chgData name="Ilyass Chelli" userId="57aca843-3edc-45ce-b629-2616236eaf55" providerId="ADAL" clId="{1D1B4D5B-C5BE-4FB6-B80D-A584E3625ED7}" dt="2026-10-05T10:59:19.786" v="119" actId="20577"/>
          <ac:spMkLst>
            <pc:docMk/>
            <pc:sldMk cId="1686808399" sldId="272"/>
            <ac:spMk id="8" creationId="{23A02F53-465F-89F9-013F-C2B4FDE9AACE}"/>
          </ac:spMkLst>
        </pc:spChg>
        <pc:spChg chg="add del mod">
          <ac:chgData name="Ilyass Chelli" userId="57aca843-3edc-45ce-b629-2616236eaf55" providerId="ADAL" clId="{1D1B4D5B-C5BE-4FB6-B80D-A584E3625ED7}" dt="2026-10-05T11:08:45.567" v="136"/>
          <ac:spMkLst>
            <pc:docMk/>
            <pc:sldMk cId="1686808399" sldId="272"/>
            <ac:spMk id="11" creationId="{C841BD87-F748-B90B-8C00-AFC543F889E7}"/>
          </ac:spMkLst>
        </pc:spChg>
        <pc:picChg chg="add mod">
          <ac:chgData name="Ilyass Chelli" userId="57aca843-3edc-45ce-b629-2616236eaf55" providerId="ADAL" clId="{1D1B4D5B-C5BE-4FB6-B80D-A584E3625ED7}" dt="2026-10-05T11:08:38.102" v="134" actId="1076"/>
          <ac:picMkLst>
            <pc:docMk/>
            <pc:sldMk cId="1686808399" sldId="272"/>
            <ac:picMk id="10" creationId="{1782B43F-5784-839F-31EF-7C7FC7A31056}"/>
          </ac:picMkLst>
        </pc:picChg>
        <pc:picChg chg="add mod">
          <ac:chgData name="Ilyass Chelli" userId="57aca843-3edc-45ce-b629-2616236eaf55" providerId="ADAL" clId="{1D1B4D5B-C5BE-4FB6-B80D-A584E3625ED7}" dt="2026-10-05T11:08:36.461" v="133" actId="1076"/>
          <ac:picMkLst>
            <pc:docMk/>
            <pc:sldMk cId="1686808399" sldId="272"/>
            <ac:picMk id="13" creationId="{83949C3D-A3F1-1A12-FD8A-D8BE73B51E8C}"/>
          </ac:picMkLst>
        </pc:picChg>
        <pc:picChg chg="add mod">
          <ac:chgData name="Ilyass Chelli" userId="57aca843-3edc-45ce-b629-2616236eaf55" providerId="ADAL" clId="{1D1B4D5B-C5BE-4FB6-B80D-A584E3625ED7}" dt="2026-10-05T11:09:08.166" v="142" actId="1076"/>
          <ac:picMkLst>
            <pc:docMk/>
            <pc:sldMk cId="1686808399" sldId="272"/>
            <ac:picMk id="15" creationId="{55E77BB3-423C-843C-A098-508C7CED44D1}"/>
          </ac:picMkLst>
        </pc:picChg>
      </pc:sldChg>
      <pc:sldMasterChg chg="modTransition modSldLayout">
        <pc:chgData name="Ilyass Chelli" userId="57aca843-3edc-45ce-b629-2616236eaf55" providerId="ADAL" clId="{1D1B4D5B-C5BE-4FB6-B80D-A584E3625ED7}" dt="2026-10-05T10:24:18.499" v="1"/>
        <pc:sldMasterMkLst>
          <pc:docMk/>
          <pc:sldMasterMk cId="0" sldId="2147483648"/>
        </pc:sldMasterMkLst>
        <pc:sldLayoutChg chg="modTransition">
          <pc:chgData name="Ilyass Chelli" userId="57aca843-3edc-45ce-b629-2616236eaf55" providerId="ADAL" clId="{1D1B4D5B-C5BE-4FB6-B80D-A584E3625ED7}" dt="2026-10-05T10:24:18.499" v="1"/>
          <pc:sldLayoutMkLst>
            <pc:docMk/>
            <pc:sldMasterMk cId="0" sldId="2147483648"/>
            <pc:sldLayoutMk cId="0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571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Présentation du réseau : on explique la topologie, le plan d’adressage, le choix du matériel puis les commandes utilisées.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Annoncer le plan en une phrase : on voit le réseau, on explique les adresses, le matériel, puis les commandes.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sites : la bibliothèque (Routeur 1), le bâtiment principal avec 3 étages (Routeur 2) et l’atelier du service technique (Routeur 3). Le Routeur 2 est le centre : il relie les deux autres par des réseaux de transit /30.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Voici la maquette réalisée dans Packet Tracer : on y retrouve les 4 switches, les 3 routeurs et les appareils de chaque zone. Le routeur de secours dessiné à côté du Routeur 2 n’est pas configuré.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service a son VLAN et son sous-réseau, dimensionné selon le nombre d’appareils. Les 7 réseaux sont en 192.168.X.0 où X est le numéro du VLAN. Les passerelles sont toujours la première adresse (.1).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passerelles sont en adresse fixe. Le serveur DHCP est en 192.168.10.3 et distribue les adresses de tous les PC, imprimantes et points d’accès.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deux liaisons entre routeurs : 10.0.0.0/30 entre R1 et R2 (Cat7, 80 m), 10.0.0.4/30 entre R2 et R3 (fibre, 150 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Argumentaire à adapter avec vos propres raisons. Le point fort : un switch par zone pour limiter la longueur des câbles, un routeur par site, et la fibre optique pour la distance supérieure à 100 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crée un VLAN par service : 10 serveurs, 20 bibliothèque, 30 finance, 40 accueil, 50 direction, 60 service technique, 70 guest.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port où l’on branche un PC ou une imprimante est mis en mode access et affecté à un seul VLAN. Exemple : Fa0/2 du Switch1 est dans le VLAN 20 (bibliothèque).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port Gig0/1 relie le switch au routeur. Un seul câble transporte tous les VLAN du switch grâce au marquage 802.1Q.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seul port physique du routeur sert de passerelle à tous les VLAN d’un switch : c’est le routage inter-VLAN (router-on-a-stick).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routeur ne connaît que ses réseaux directement connectés. On lui indique par quel voisin atteindre les autres : 5 routes sur le Routeur 1, 3 sur le Routeur 2, 6 sur le Routeur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serveur DHCP est dans le VLAN 10. Les demandes DHCP sont des broadcasts qui ne traversent pas les routeurs : helper-address les transforme en demandes dirigées vers le serveur.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6F014-6AED-B0AC-6FF9-8EFCE9F1B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1E4D00-0139-77BB-9DD1-6851ECC5EC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5DDD2C-2C31-775D-2417-E8DEF4689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serveur DHCP est dans le VLAN 10. Les demandes DHCP sont des broadcasts qui ne traversent pas les routeurs : helper-address les transforme en demandes dirigées vers le serveur.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2B197-4A6C-4626-0F65-EAFDCE113E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506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dire à l’oral par Ilyass et Quentin : notre avis sur le réseau, puis ce qu’on aurait pu faire en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Remercier la classe puis ouvrir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109728" cy="1371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3" name="Text 1"/>
          <p:cNvSpPr txBox="1"/>
          <p:nvPr/>
        </p:nvSpPr>
        <p:spPr>
          <a:xfrm>
            <a:off x="868680" y="17373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de l’hôtel de ville de Testiville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2788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VLAN, routage inter-VLAN et DHCP – 3 sites, 7 VLAN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297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Ilyass &amp; Quentin · ETML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3" name="Text 1"/>
          <p:cNvSpPr txBox="1"/>
          <p:nvPr/>
        </p:nvSpPr>
        <p:spPr>
          <a:xfrm>
            <a:off x="5852160" y="91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Ilyass &amp; Quentin · ETML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822960" y="1051560"/>
            <a:ext cx="365760" cy="36576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7" name="Text 4"/>
          <p:cNvSpPr txBox="1"/>
          <p:nvPr/>
        </p:nvSpPr>
        <p:spPr>
          <a:xfrm>
            <a:off x="82296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0515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d’ensemble du réseau (schéma draw.io)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1527048"/>
            <a:ext cx="365760" cy="365760"/>
          </a:xfrm>
          <a:prstGeom prst="ellipse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10" name="Text 7"/>
          <p:cNvSpPr txBox="1"/>
          <p:nvPr/>
        </p:nvSpPr>
        <p:spPr>
          <a:xfrm>
            <a:off x="822960" y="1527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15270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Packet Tracer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22960" y="2002536"/>
            <a:ext cx="365760" cy="36576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13" name="Text 10"/>
          <p:cNvSpPr txBox="1"/>
          <p:nvPr/>
        </p:nvSpPr>
        <p:spPr>
          <a:xfrm>
            <a:off x="822960" y="2002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417320" y="2002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d’adressage et VLAN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22960" y="2478024"/>
            <a:ext cx="365760" cy="365760"/>
          </a:xfrm>
          <a:prstGeom prst="ellipse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16" name="Text 13"/>
          <p:cNvSpPr txBox="1"/>
          <p:nvPr/>
        </p:nvSpPr>
        <p:spPr>
          <a:xfrm>
            <a:off x="822960" y="2478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417320" y="247802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ce matériel ?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822960" y="2953512"/>
            <a:ext cx="365760" cy="36576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19" name="Text 16"/>
          <p:cNvSpPr txBox="1"/>
          <p:nvPr/>
        </p:nvSpPr>
        <p:spPr>
          <a:xfrm>
            <a:off x="82296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417320" y="295351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Commandes des switches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822960" y="3429000"/>
            <a:ext cx="365760" cy="365760"/>
          </a:xfrm>
          <a:prstGeom prst="ellipse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22" name="Text 19"/>
          <p:cNvSpPr txBox="1"/>
          <p:nvPr/>
        </p:nvSpPr>
        <p:spPr>
          <a:xfrm>
            <a:off x="8229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417320" y="34290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Commandes des routeurs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822960" y="3904488"/>
            <a:ext cx="365760" cy="36576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25" name="Text 22"/>
          <p:cNvSpPr txBox="1"/>
          <p:nvPr/>
        </p:nvSpPr>
        <p:spPr>
          <a:xfrm>
            <a:off x="8229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417320" y="39044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avis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822960" y="4379976"/>
            <a:ext cx="365760" cy="365760"/>
          </a:xfrm>
          <a:prstGeom prst="ellipse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28" name="Text 25"/>
          <p:cNvSpPr txBox="1"/>
          <p:nvPr/>
        </p:nvSpPr>
        <p:spPr>
          <a:xfrm>
            <a:off x="82296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1417320" y="437997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3" name="Text 1"/>
          <p:cNvSpPr txBox="1"/>
          <p:nvPr/>
        </p:nvSpPr>
        <p:spPr>
          <a:xfrm>
            <a:off x="5852160" y="91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Ilyass &amp; Quentin · ETML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d’ensemble du réseau</a:t>
            </a:r>
            <a:endParaRPr lang="en-US" sz="2600" dirty="0"/>
          </a:p>
        </p:txBody>
      </p:sp>
      <p:pic>
        <p:nvPicPr>
          <p:cNvPr id="6" name="Image 0" descr="/mnt/user-data/uploads/Capture_d_écran_2026-10-04_0921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51560"/>
            <a:ext cx="5486400" cy="31546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080760" y="1097280"/>
            <a:ext cx="2743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routeurs 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bibliothèque, R2 bâtiment central, R3 service technique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switches 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par zone (S1 à S4)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liaisons de transit 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10.0.0.0/30 et 10.0.0.4/30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Topologie en étoile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du </a:t>
            </a:r>
            <a:r>
              <a:rPr lang="en-US" sz="13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(bibliothèque)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4297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réalisé sur draw.io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3" name="Text 1"/>
          <p:cNvSpPr txBox="1"/>
          <p:nvPr/>
        </p:nvSpPr>
        <p:spPr>
          <a:xfrm>
            <a:off x="5852160" y="91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Ilyass &amp; Quentin · ETML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Packet Tracer</a:t>
            </a:r>
            <a:endParaRPr lang="en-US" sz="2600" dirty="0"/>
          </a:p>
        </p:txBody>
      </p:sp>
      <p:pic>
        <p:nvPicPr>
          <p:cNvPr id="6" name="Image 0" descr="/mnt/user-data/uploads/Capture_d_écran_2026-10-04_0925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1005840"/>
            <a:ext cx="7205472" cy="37490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3" name="Text 1"/>
          <p:cNvSpPr txBox="1"/>
          <p:nvPr/>
        </p:nvSpPr>
        <p:spPr>
          <a:xfrm>
            <a:off x="5852160" y="91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Ilyass &amp; Quentin · ETML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d’adressage et VLAN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3419856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Réseau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Passerelle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Hôtes utilisables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192.168.10.0/29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255.255.255.248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Bibliothèque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192.168.20.0/28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255.255.255.240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192.168.20.1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192.168.30.0/26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255.255.255.192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192.168.30.1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Accueil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192.168.40.0/26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255.255.255.192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192.168.40.1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192.168.50.0/26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255.255.255.192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192.168.50.1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technique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192.168.60.0/27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255.255.255.224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192.168.70.0/27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255.255.255.224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192.168.70.1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 R1–R2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255.255.255.252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 .1 / R2 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 R2–R3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10.0.0.4/30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255.255.255.252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 .5 / R3 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/30 des liaisons de transit ne gaspillent que 2 adresses utiles par lien.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3" name="Text 1"/>
          <p:cNvSpPr txBox="1"/>
          <p:nvPr/>
        </p:nvSpPr>
        <p:spPr>
          <a:xfrm>
            <a:off x="5852160" y="91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Ilyass &amp; Quentin · ETML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Adressage : IP par appareil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3560064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Passerelle (fixe)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Appareils (adresse par DHCP)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192.168.10.1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Serveur DHCP 192.168.10.3 (fixe) · Serveur 2 · Imprimante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Bibliothèque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192.168.20.1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PC · Imprimante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192.168.30.1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PC · Imprimante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Accueil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192.168.40.1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PC · 2 imprimantes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192.168.50.1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PC · Imprimante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technique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PC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192.168.70.1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PC · 2 points d’accès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3" name="Text 1"/>
          <p:cNvSpPr txBox="1"/>
          <p:nvPr/>
        </p:nvSpPr>
        <p:spPr>
          <a:xfrm>
            <a:off x="5852160" y="91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Ilyass &amp; Quentin · ETML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Adressage : réseaux de transit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975400"/>
              </p:ext>
            </p:extLst>
          </p:nvPr>
        </p:nvGraphicFramePr>
        <p:xfrm>
          <a:off x="457200" y="1280160"/>
          <a:ext cx="8229600" cy="201168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Liaison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Réseau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Masque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Extrémité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Extrémité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Câble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 – R2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255.255.255.252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Routeur 1 Gig0/0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Routeur 2 Gig0/0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Cat7, 80 m, </a:t>
                      </a:r>
                      <a:r>
                        <a:rPr lang="en-US" sz="1400" dirty="0" err="1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Débit</a:t>
                      </a:r>
                      <a:r>
                        <a:rPr lang="en-US" sz="14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fr-CH" sz="1400"/>
                        <a:t>10 Gbit/s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 – R3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10.0.0.4/30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255.255.255.252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Routeur 2 Gig2/0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Routeur 3 Gig0/2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Fibre optique, 150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3" name="Text 1"/>
          <p:cNvSpPr txBox="1"/>
          <p:nvPr/>
        </p:nvSpPr>
        <p:spPr>
          <a:xfrm>
            <a:off x="5852160" y="91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Ilyass &amp; Quentin · ETML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ce matériel ?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4023360" cy="1600200"/>
          </a:xfrm>
          <a:prstGeom prst="rect">
            <a:avLst/>
          </a:prstGeom>
          <a:solidFill>
            <a:srgbClr val="F4F6F8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CH"/>
          </a:p>
        </p:txBody>
      </p:sp>
      <p:sp>
        <p:nvSpPr>
          <p:cNvPr id="7" name="Shape 4"/>
          <p:cNvSpPr/>
          <p:nvPr/>
        </p:nvSpPr>
        <p:spPr>
          <a:xfrm>
            <a:off x="457200" y="1097280"/>
            <a:ext cx="73152" cy="16002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8" name="Text 5"/>
          <p:cNvSpPr txBox="1"/>
          <p:nvPr/>
        </p:nvSpPr>
        <p:spPr>
          <a:xfrm>
            <a:off x="68580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2960-24TT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55448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de niveau 2 : 24 ports FastEthernet pour les PC et imprimantes, 2 ports Gigabit pour la liaison trunk. Gère les VLAN et sépare les services.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63440" y="1097280"/>
            <a:ext cx="4023360" cy="1600200"/>
          </a:xfrm>
          <a:prstGeom prst="rect">
            <a:avLst/>
          </a:prstGeom>
          <a:solidFill>
            <a:srgbClr val="F4F6F8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CH"/>
          </a:p>
        </p:txBody>
      </p:sp>
      <p:sp>
        <p:nvSpPr>
          <p:cNvPr id="11" name="Shape 8"/>
          <p:cNvSpPr/>
          <p:nvPr/>
        </p:nvSpPr>
        <p:spPr>
          <a:xfrm>
            <a:off x="4663440" y="1097280"/>
            <a:ext cx="73152" cy="16002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12" name="Text 9"/>
          <p:cNvSpPr txBox="1"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 2911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155448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Routeurs des sites éloignés (R1, R3) : ports Gigabit, routage inter-VLAN par sous-interfaces, routes statiques.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2880360"/>
            <a:ext cx="4023360" cy="1600200"/>
          </a:xfrm>
          <a:prstGeom prst="rect">
            <a:avLst/>
          </a:prstGeom>
          <a:solidFill>
            <a:srgbClr val="F4F6F8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CH"/>
          </a:p>
        </p:txBody>
      </p:sp>
      <p:sp>
        <p:nvSpPr>
          <p:cNvPr id="15" name="Shape 12"/>
          <p:cNvSpPr/>
          <p:nvPr/>
        </p:nvSpPr>
        <p:spPr>
          <a:xfrm>
            <a:off x="457200" y="2880360"/>
            <a:ext cx="73152" cy="16002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16" name="Text 13"/>
          <p:cNvSpPr txBox="1"/>
          <p:nvPr/>
        </p:nvSpPr>
        <p:spPr>
          <a:xfrm>
            <a:off x="6858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 central (R2)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3337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 modulaire avec plusieurs ports Gigabit : un pour chaque étage et un pour chaque liaison vers R1 et R3.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663440" y="2880360"/>
            <a:ext cx="4023360" cy="1600200"/>
          </a:xfrm>
          <a:prstGeom prst="rect">
            <a:avLst/>
          </a:prstGeom>
          <a:solidFill>
            <a:srgbClr val="F4F6F8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CH"/>
          </a:p>
        </p:txBody>
      </p:sp>
      <p:sp>
        <p:nvSpPr>
          <p:cNvPr id="19" name="Shape 16"/>
          <p:cNvSpPr/>
          <p:nvPr/>
        </p:nvSpPr>
        <p:spPr>
          <a:xfrm>
            <a:off x="4663440" y="2880360"/>
            <a:ext cx="73152" cy="1600200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20" name="Text 17"/>
          <p:cNvSpPr txBox="1"/>
          <p:nvPr/>
        </p:nvSpPr>
        <p:spPr>
          <a:xfrm>
            <a:off x="489204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Câbles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3337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Cat7 (80 m) vers la bibliothèque : reste sous la limite de 100 m du cuivre. Fibre optique (150 m) vers l’atelier : dépasse les 100 m.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3" name="Text 1"/>
          <p:cNvSpPr txBox="1"/>
          <p:nvPr/>
        </p:nvSpPr>
        <p:spPr>
          <a:xfrm>
            <a:off x="5852160" y="91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Ilyass &amp; Quentin · ETML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: créer les VLAN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365760" y="1097280"/>
            <a:ext cx="4846320" cy="2203704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7" name="Text 4"/>
          <p:cNvSpPr txBox="1"/>
          <p:nvPr/>
        </p:nvSpPr>
        <p:spPr>
          <a:xfrm>
            <a:off x="502920" y="1188720"/>
            <a:ext cx="4572000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vlan 20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name bibliothèque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vlan 70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name guest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14300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20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 le VLAN numéro 20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 donne un nom lisible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au mode précédent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VLAN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tout, un par service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3" name="Text 1"/>
          <p:cNvSpPr txBox="1"/>
          <p:nvPr/>
        </p:nvSpPr>
        <p:spPr>
          <a:xfrm>
            <a:off x="5852160" y="91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Ilyass &amp; Quentin · ETML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: les ports d’accès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365760" y="1097280"/>
            <a:ext cx="4846320" cy="2011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7" name="Text 4"/>
          <p:cNvSpPr txBox="1"/>
          <p:nvPr/>
        </p:nvSpPr>
        <p:spPr>
          <a:xfrm>
            <a:off x="502920" y="118872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FastEthernet 0/2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switchport mode access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switchport access vlan 20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14300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Fa 0/2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choisit le port à configurer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access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port relie un seul appareil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vlan 20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ce port dans le VLAN 20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3" name="Text 1"/>
          <p:cNvSpPr txBox="1"/>
          <p:nvPr/>
        </p:nvSpPr>
        <p:spPr>
          <a:xfrm>
            <a:off x="5852160" y="91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Ilyass &amp; Quentin · ETML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: le trunk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365760" y="1097280"/>
            <a:ext cx="4846320" cy="2011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7" name="Text 4"/>
          <p:cNvSpPr txBox="1"/>
          <p:nvPr/>
        </p:nvSpPr>
        <p:spPr>
          <a:xfrm>
            <a:off x="502920" y="118872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Gig0/1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switchport trunk encapsulation dot1q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switchport mode trunk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switchport trunk allowed vlan 20,70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14300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 dot1q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chaque trame avec son VLAN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trunk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lien pour plusieurs VLAN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vlan 20,70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seuls ces VLAN passent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3" name="Text 1"/>
          <p:cNvSpPr txBox="1"/>
          <p:nvPr/>
        </p:nvSpPr>
        <p:spPr>
          <a:xfrm>
            <a:off x="5852160" y="91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Ilyass &amp; Quentin · ETML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Routeurs : les sous-interfaces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365760" y="1097280"/>
            <a:ext cx="4846320" cy="2203704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7" name="Text 4"/>
          <p:cNvSpPr txBox="1"/>
          <p:nvPr/>
        </p:nvSpPr>
        <p:spPr>
          <a:xfrm>
            <a:off x="502920" y="1188720"/>
            <a:ext cx="4572000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gigabitEthernet 0/1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 shutdown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gigabitEthernet 0/1.20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encapsulation dot1Q 20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ip address 192.168.20.1 255.255.255.240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14300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shutdown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allume le port physique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0/1.20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sous-interface du VLAN 20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 dot1Q 20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associe la sous-interface au VLAN 20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address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adresse de la passerelle du VLAN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3" name="Text 1"/>
          <p:cNvSpPr txBox="1"/>
          <p:nvPr/>
        </p:nvSpPr>
        <p:spPr>
          <a:xfrm>
            <a:off x="5852160" y="91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Ilyass &amp; Quentin · ETML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Routeurs : les routes statiques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365760" y="1143000"/>
            <a:ext cx="8412480" cy="73152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7" name="Text 4"/>
          <p:cNvSpPr txBox="1"/>
          <p:nvPr/>
        </p:nvSpPr>
        <p:spPr>
          <a:xfrm>
            <a:off x="502920" y="12344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ip route 192.168.30.0 255.255.255.192 10.0.0.2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19456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192.168.30.0 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à atteindre (VLAN 30 finance)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255.255.255.192 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masque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10.0.0.2 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routeur voisin à qui on envoie les paquets (next-hop)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3" name="Text 1"/>
          <p:cNvSpPr txBox="1"/>
          <p:nvPr/>
        </p:nvSpPr>
        <p:spPr>
          <a:xfrm>
            <a:off x="5852160" y="91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Ilyass &amp; Quentin · ETML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Routeurs : DHCP et sauvegarde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365760" y="1097280"/>
            <a:ext cx="4846320" cy="2011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7" name="Text 4"/>
          <p:cNvSpPr txBox="1"/>
          <p:nvPr/>
        </p:nvSpPr>
        <p:spPr>
          <a:xfrm>
            <a:off x="502920" y="118872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gigabitEthernet 0/1.20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ip helper-address 192.168.10.3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memory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14300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helper-address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envoie les demandes DHCP au serveur 192.168.10.3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au mode privilégié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memory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 la configuration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A3E8D-6F3D-BC7E-991A-7672FF618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0FBC725-286A-30C9-303E-8362C1A53EB4}"/>
              </a:ext>
            </a:extLst>
          </p:cNvPr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E16BD2B-4086-1CBA-AE74-8D3759DA9766}"/>
              </a:ext>
            </a:extLst>
          </p:cNvPr>
          <p:cNvSpPr txBox="1"/>
          <p:nvPr/>
        </p:nvSpPr>
        <p:spPr>
          <a:xfrm>
            <a:off x="5852160" y="91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Ilyass &amp; Quentin · ETML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3A30A86-9793-1729-A2E8-6D52C64DC739}"/>
              </a:ext>
            </a:extLst>
          </p:cNvPr>
          <p:cNvSpPr txBox="1"/>
          <p:nvPr/>
        </p:nvSpPr>
        <p:spPr>
          <a:xfrm>
            <a:off x="365760" y="914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du </a:t>
            </a:r>
            <a:r>
              <a:rPr lang="fr-CH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des pings </a:t>
            </a:r>
            <a:endParaRPr lang="en-US" sz="26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3A02F53-465F-89F9-013F-C2B4FDE9AACE}"/>
              </a:ext>
            </a:extLst>
          </p:cNvPr>
          <p:cNvSpPr txBox="1"/>
          <p:nvPr/>
        </p:nvSpPr>
        <p:spPr>
          <a:xfrm>
            <a:off x="5486400" y="114300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500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1782B43F-5784-839F-31EF-7C7FC7A31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57" y="3481821"/>
            <a:ext cx="7461583" cy="1344335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3949C3D-A3F1-1A12-FD8A-D8BE73B51E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37" y="822960"/>
            <a:ext cx="3761979" cy="2606041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55E77BB3-423C-843C-A098-508C7CED44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21331" y="938182"/>
            <a:ext cx="3781841" cy="2375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8083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3" name="Text 1"/>
          <p:cNvSpPr txBox="1"/>
          <p:nvPr/>
        </p:nvSpPr>
        <p:spPr>
          <a:xfrm>
            <a:off x="5852160" y="91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Ilyass &amp; Quentin · ETML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avis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280160"/>
            <a:ext cx="4023360" cy="3108960"/>
          </a:xfrm>
          <a:prstGeom prst="rect">
            <a:avLst/>
          </a:prstGeom>
          <a:solidFill>
            <a:srgbClr val="F4F6F8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CH"/>
          </a:p>
        </p:txBody>
      </p:sp>
      <p:sp>
        <p:nvSpPr>
          <p:cNvPr id="7" name="Shape 4"/>
          <p:cNvSpPr/>
          <p:nvPr/>
        </p:nvSpPr>
        <p:spPr>
          <a:xfrm>
            <a:off x="457200" y="1280160"/>
            <a:ext cx="4023360" cy="73152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8" name="Text 5"/>
          <p:cNvSpPr txBox="1"/>
          <p:nvPr/>
        </p:nvSpPr>
        <p:spPr>
          <a:xfrm>
            <a:off x="685800" y="24688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avis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663440" y="1280160"/>
            <a:ext cx="4023360" cy="3108960"/>
          </a:xfrm>
          <a:prstGeom prst="rect">
            <a:avLst/>
          </a:prstGeom>
          <a:solidFill>
            <a:srgbClr val="F4F6F8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CH"/>
          </a:p>
        </p:txBody>
      </p:sp>
      <p:sp>
        <p:nvSpPr>
          <p:cNvPr id="10" name="Shape 7"/>
          <p:cNvSpPr/>
          <p:nvPr/>
        </p:nvSpPr>
        <p:spPr>
          <a:xfrm>
            <a:off x="4663440" y="1280160"/>
            <a:ext cx="4023360" cy="73152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11" name="Text 8"/>
          <p:cNvSpPr txBox="1"/>
          <p:nvPr/>
        </p:nvSpPr>
        <p:spPr>
          <a:xfrm>
            <a:off x="4892040" y="24688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qu’on aurait pu faire en plus</a:t>
            </a:r>
            <a:endParaRPr lang="en-US" sz="2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fr-CH"/>
          </a:p>
        </p:txBody>
      </p:sp>
      <p:sp>
        <p:nvSpPr>
          <p:cNvPr id="3" name="Text 1"/>
          <p:cNvSpPr txBox="1"/>
          <p:nvPr/>
        </p:nvSpPr>
        <p:spPr>
          <a:xfrm>
            <a:off x="5852160" y="91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Ilyass &amp; Quentin · ETML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554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de nous avoir écoutés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51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Avez-vous des questions ?</a:t>
            </a:r>
            <a:endParaRPr lang="en-US" sz="3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1359</Words>
  <Application>Microsoft Office PowerPoint</Application>
  <PresentationFormat>Affichage à l'écran (16:9)</PresentationFormat>
  <Paragraphs>267</Paragraphs>
  <Slides>17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Réseau Testiville</dc:title>
  <dc:subject>PptxGenJS Presentation</dc:subject>
  <dc:creator>PptxGenJS</dc:creator>
  <cp:lastModifiedBy>Ilyass Chelli</cp:lastModifiedBy>
  <cp:revision>1</cp:revision>
  <dcterms:created xsi:type="dcterms:W3CDTF">2026-10-04T07:48:59Z</dcterms:created>
  <dcterms:modified xsi:type="dcterms:W3CDTF">2026-10-05T11:16:05Z</dcterms:modified>
</cp:coreProperties>
</file>